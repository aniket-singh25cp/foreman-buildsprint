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C1C38"/>
                </a:solidFill>
              </a:defRPr>
            </a:pPr>
            <a:r>
              <a:t>PROJECT SUMMARY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t>PROJECT BRIEF:</a:t>
            </a:r>
          </a:p>
          <a:p>
            <a:pPr>
              <a:spcBef>
                <a:spcPts val="1200"/>
              </a:spcBef>
              <a:defRPr sz="2000">
                <a:solidFill>
                  <a:srgbClr val="1E293B"/>
                </a:solidFill>
              </a:defRPr>
            </a:pPr>
            <a:r>
              <a:t>Build a high performance real-time order processing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1C38"/>
                </a:solidFill>
              </a:defRPr>
            </a:pPr>
            <a:r>
              <a:t>TASK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t>PENDING (5)</a:t>
            </a:r>
          </a:p>
          <a:p>
            <a:pPr>
              <a:spcBef>
                <a:spcPts val="800"/>
              </a:spcBef>
              <a:defRPr sz="1500" b="1">
                <a:solidFill>
                  <a:srgbClr val="1E293B"/>
                </a:solidFill>
              </a:defRPr>
            </a:pPr>
            <a:r>
              <a:t>• #2: High-Throughput Ingestion API Engine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Implement gRPC/REST/WebSocket endpoints for real-time order submission, including payload validation and token-bucket rate limiting.</a:t>
            </a:r>
          </a:p>
          <a:p>
            <a:pPr>
              <a:spcBef>
                <a:spcPts val="800"/>
              </a:spcBef>
              <a:defRPr sz="1500" b="1">
                <a:solidFill>
                  <a:srgbClr val="1E293B"/>
                </a:solidFill>
              </a:defRPr>
            </a:pPr>
            <a:r>
              <a:t>• #3: Real-Time Processing Engine &amp; State Machine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Build asynchronous event-driven worker services to execute, match, and update order statuses using in-memory caching to avoid database locking.</a:t>
            </a:r>
          </a:p>
          <a:p>
            <a:pPr>
              <a:spcBef>
                <a:spcPts val="800"/>
              </a:spcBef>
              <a:defRPr sz="1500" b="1">
                <a:solidFill>
                  <a:srgbClr val="1E293B"/>
                </a:solidFill>
              </a:defRPr>
            </a:pPr>
            <a:r>
              <a:t>• #4: Persistence &amp; Event Sourcing Integration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Implement asynchronous database writing strategies (write-behind/event-sourcing) to guarantee zero data loss while preserving API low latency.</a:t>
            </a:r>
          </a:p>
          <a:p>
            <a:pPr>
              <a:spcBef>
                <a:spcPts val="800"/>
              </a:spcBef>
              <a:defRPr sz="1500" b="1">
                <a:solidFill>
                  <a:srgbClr val="1E293B"/>
                </a:solidFill>
              </a:defRPr>
            </a:pPr>
            <a:r>
              <a:t>• #5: Load Testing &amp; Latency Optimization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Conduct high-concurrency stress testing (e.g., via k6 or Locust) to optimize memory allocations, database queries, and verify p99 latency targets.</a:t>
            </a:r>
          </a:p>
          <a:p>
            <a:pPr>
              <a:spcBef>
                <a:spcPts val="800"/>
              </a:spcBef>
              <a:defRPr sz="1500" b="1">
                <a:solidFill>
                  <a:srgbClr val="1E293B"/>
                </a:solidFill>
              </a:defRPr>
            </a:pPr>
            <a:r>
              <a:t>• #6: Observability Setup &amp; Infrastructure Deployment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Configure Prometheus metrics, OpenTelemetry distributed tracing, Grafana dashboards for throughput tracking, and deploy with Kubernetes auto-scaling rules.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COMPLETED (1)</a:t>
            </a:r>
          </a:p>
          <a:p>
            <a:pPr>
              <a:spcBef>
                <a:spcPts val="800"/>
              </a:spcBef>
              <a:defRPr sz="1500" b="1">
                <a:solidFill>
                  <a:srgbClr val="1E293B"/>
                </a:solidFill>
              </a:defRPr>
            </a:pPr>
            <a:r>
              <a:t>• #1: System Architecture &amp; Data Modeling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Define latency and throughput SLAs, choose messaging infrastructure (e.g., Kafka, RabbitMQ, or Redis Streams), and design data models for orders and inventory states.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C1C38"/>
                </a:solidFill>
              </a:defRPr>
            </a:pPr>
            <a:r>
              <a:t>PROJECT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3200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0C1C38"/>
                </a:solidFill>
              </a:defRPr>
            </a:pPr>
            <a:r>
              <a:t>6</a:t>
            </a:r>
          </a:p>
          <a:p>
            <a:pPr>
              <a:defRPr sz="1600" b="1">
                <a:solidFill>
                  <a:srgbClr val="64748B"/>
                </a:solidFill>
              </a:defRPr>
            </a:pPr>
            <a:r>
              <a:t>TOTAL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286000"/>
            <a:ext cx="3200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10B981"/>
                </a:solidFill>
              </a:defRPr>
            </a:pPr>
            <a:r>
              <a:t>1</a:t>
            </a:r>
          </a:p>
          <a:p>
            <a:pPr>
              <a:defRPr sz="1600" b="1">
                <a:solidFill>
                  <a:srgbClr val="64748B"/>
                </a:solidFill>
              </a:defRPr>
            </a:pPr>
            <a:r>
              <a:t>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2286000"/>
            <a:ext cx="3200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D97706"/>
                </a:solidFill>
              </a:defRPr>
            </a:pPr>
            <a:r>
              <a:t>17%</a:t>
            </a:r>
          </a:p>
          <a:p>
            <a:pPr>
              <a:defRPr sz="1600" b="1">
                <a:solidFill>
                  <a:srgbClr val="64748B"/>
                </a:solidFill>
              </a:defRPr>
            </a:pPr>
            <a:r>
              <a:t>COMPLETION 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