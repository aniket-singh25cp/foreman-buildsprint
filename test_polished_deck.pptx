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1C38"/>
                </a:solidFill>
              </a:defRPr>
            </a:pPr>
            <a:r>
              <a:t>PROJECT SUMMARY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PROJECT BRIEF:</a:t>
            </a:r>
          </a:p>
          <a:p>
            <a:pPr>
              <a:spcBef>
                <a:spcPts val="1200"/>
              </a:spcBef>
              <a:defRPr sz="2000">
                <a:solidFill>
                  <a:srgbClr val="1E293B"/>
                </a:solidFill>
              </a:defRPr>
            </a:pPr>
            <a:r>
              <a:t>Build a SaaS dashboard for tracking server logs and alert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TASK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PENDING (4)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#3: Log Ingestion Backend &amp; Search API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Develop scalable REST/gRPC ingestion endpoints, indexing engine, log filtering API, and tenancy isolation mechanisms.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#4: Real-Time Alerting &amp; Notification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Implement alerting rules engine to process log streams in real-time and dispatch notifications via Slack, Email, Webhooks, and SMS.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#5: Frontend Web Dashboard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Build responsive web interface using React/Next.js featuring live log tailing (WebSocket/SSE), interactive charts, custom alert rule builders, and user authentication.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#6: Load Testing &amp; Cloud Infrastructure Deployment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Perform high-volume log ingestion stress testing, set up Kubernetes clusters with auto-scaling, and establish CI/CD deployment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COMPLETED (2)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#1: System Architecture &amp; Data Pipeline Design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Define multi-tenant data architecture, choose high-throughput log storage (e.g., ClickHouse/Elasticsearch), and specify log ingestion API schemas.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#2: UI/UX Design &amp; Dashboard Prototyping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Create wireframes and interactive prototypes for real-time log viewers, filter/search controls, analytics widgets, and alert configuration screens.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0C1C38"/>
                </a:solidFill>
              </a:defRPr>
            </a:pPr>
            <a:r>
              <a:t>6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TOTAL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0B981"/>
                </a:solidFill>
              </a:defRPr>
            </a:pPr>
            <a:r>
              <a:t>2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D97706"/>
                </a:solidFill>
              </a:defRPr>
            </a:pPr>
            <a:r>
              <a:t>33%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COMPLETION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