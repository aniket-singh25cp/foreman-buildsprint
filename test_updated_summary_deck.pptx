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Brief: Develop an automated customer support chatbot with email notifications and FAQ search.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Status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/>
            </a:pPr>
            <a:r>
              <a:t>Pending Tasks (3):</a:t>
            </a:r>
          </a:p>
          <a:p>
            <a:pPr lvl="1">
              <a:defRPr sz="1600"/>
            </a:pPr>
            <a:r>
              <a:t>• #3: Build Email Notification Module - Create an automated email service to trigger notifications for unanswered queries, escalation requests, or chat summaries to support agents.</a:t>
            </a:r>
          </a:p>
          <a:p>
            <a:pPr lvl="1">
              <a:defRPr sz="1600"/>
            </a:pPr>
            <a:r>
              <a:t>• #4: Develop Web Chatbot Interface - Build an interactive front-end chat widget for customers to interact with the chatbot, view FAQ results, and request human assistance.</a:t>
            </a:r>
          </a:p>
          <a:p>
            <a:pPr lvl="1">
              <a:defRPr sz="1600"/>
            </a:pPr>
            <a:r>
              <a:t>• #5: System Integration &amp; End-to-End Testing - Integrate the front-end interface, conversational backend, search engine, and email service, then perform comprehensive testing and deploy to production.</a:t>
            </a:r>
          </a:p>
          <a:p>
            <a:br/>
            <a:pPr>
              <a:defRPr b="1" sz="2000"/>
            </a:pPr>
            <a:r>
              <a:t>Done Tasks (2):</a:t>
            </a:r>
          </a:p>
          <a:p>
            <a:pPr lvl="1">
              <a:defRPr sz="1600"/>
            </a:pPr>
            <a:r>
              <a:t>• #1: Requirements &amp; Knowledge Base Design - Gather common customer support FAQs, define chatbot conversation flows, and design the database schema for storing FAQ data and query logs.</a:t>
            </a:r>
          </a:p>
          <a:p>
            <a:pPr lvl="1">
              <a:defRPr sz="1600"/>
            </a:pPr>
            <a:r>
              <a:t>• #2: Develop FAQ Search &amp; Conversational Logic - Implement the core chatbot backend, incorporating search/NLP functionality to query the FAQ database and match user inputs to appropriate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Statistics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/>
            </a:pPr>
            <a:r>
              <a:t>Total Tasks: 5</a:t>
            </a:r>
          </a:p>
          <a:p>
            <a:pPr>
              <a:defRPr sz="2200"/>
            </a:pPr>
            <a:r>
              <a:t>Completed Tasks: 2</a:t>
            </a:r>
          </a:p>
          <a:p>
            <a:pPr>
              <a:defRPr sz="2200"/>
            </a:pPr>
            <a:r>
              <a:t>Completion Rate: 40.0%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