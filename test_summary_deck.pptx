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Brief: Build a mobile real estate app with map view and mortgage calculator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Task Status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b="1" sz="2000"/>
            </a:pPr>
            <a:r>
              <a:t>Pending Tasks (5):</a:t>
            </a:r>
          </a:p>
          <a:p>
            <a:pPr lvl="1">
              <a:defRPr sz="1600"/>
            </a:pPr>
            <a:r>
              <a:t>• #1: UI/UX Design &amp; Architecture - Design wireframes and high-fidelity mockups for core features, including property listings, interactive map view interface, and mortgage calculator. Define technical architecture and select tech stack.</a:t>
            </a:r>
          </a:p>
          <a:p>
            <a:pPr lvl="1">
              <a:defRPr sz="1600"/>
            </a:pPr>
            <a:r>
              <a:t>• #2: Backend API &amp; Database Setup - Develop RESTful or GraphQL APIs, design database schemas for property listings, user profiles, and saved searches, and integrate third-party real estate data feeds.</a:t>
            </a:r>
          </a:p>
          <a:p>
            <a:pPr lvl="1">
              <a:defRPr sz="1600"/>
            </a:pPr>
            <a:r>
              <a:t>• #3: Mobile Core &amp; Map Integration - Implement the mobile application UI, integrate mapping SDKs (e.g., Google Maps or Mapbox), and render dynamic real estate pins with filtering and geolocation capabilities.</a:t>
            </a:r>
          </a:p>
          <a:p>
            <a:pPr lvl="1">
              <a:defRPr sz="1600"/>
            </a:pPr>
            <a:r>
              <a:t>• #4: Mortgage Calculator Feature - Build the mortgage calculator utility allowing users to estimate monthly payments based on loan amount, interest rate, down payment, and property taxes.</a:t>
            </a:r>
          </a:p>
          <a:p>
            <a:pPr lvl="1">
              <a:defRPr sz="1600"/>
            </a:pPr>
            <a:r>
              <a:t>• #5: Testing, QA &amp; App Store Deployment - Perform cross-device testing, map performance optimization, unit/integration testing, and submit the app to Apple App Store and Google Play Store.</a:t>
            </a:r>
          </a:p>
          <a:p>
            <a:br/>
            <a:pPr>
              <a:defRPr b="1" sz="2000"/>
            </a:pPr>
            <a:r>
              <a:t>Done Tasks (0):</a:t>
            </a:r>
          </a:p>
          <a:p>
            <a:pPr lvl="1"/>
            <a:r>
              <a:t>• None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Statistics &amp;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defRPr sz="2200"/>
            </a:pPr>
            <a:r>
              <a:t>Total Tasks: 5</a:t>
            </a:r>
          </a:p>
          <a:p>
            <a:pPr>
              <a:defRPr sz="2200"/>
            </a:pPr>
            <a:r>
              <a:t>Completed Tasks: 0</a:t>
            </a:r>
          </a:p>
          <a:p>
            <a:pPr>
              <a:defRPr sz="2200"/>
            </a:pPr>
            <a:r>
              <a:t>Completion Rate: 0.0%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